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Store Management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Unify. Audit. Operate. Grow.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Facing Multi-Store Brands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25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Operations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to manage compliance, attendance, assets and communication across all stores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325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checklists, inconsistent standards, no GPS verification or scoring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54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Gaps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of who is on the floor; clock-ins unverified and unreliable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301752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154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SaaS Costs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charge $15-50/user/month with limited customisation or data control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Seven modules. Complete store control.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256032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 &amp; Web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managers, auditors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56032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oversight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6032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yours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Node.js  ·  PostgreSQL  ·  Docker  ·  Self-Hosted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2860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14884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74320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33756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28600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14884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Storage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74320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337560"/>
            <a:ext cx="22860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2258568"/>
            <a:ext cx="3200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2258568"/>
            <a:ext cx="3657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containerised via Docker  ·  Self-hosted or cloud-deployable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Integrated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library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compliance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18872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283464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operational modules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83464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control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Digital Asset Library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guidelines, logos, campaigns in one place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images, PDFs and documents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organisation and search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&amp; email sharing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per module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20040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0" y="118872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Compliance Auditing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GPS-verified, scored, automated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3657600" cy="4389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3657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3400" y="13716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Templates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Yes/No, Photo, Score 1-5, Free Text questions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37744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468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carries a weight multiplier (1-5x)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47472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35661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Enforcement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must be physically at store to submit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457200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46634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Corrective Actions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instantly create assigned action items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21408"/>
            <a:ext cx="74980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" y="18288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-27432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Builds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67128" y="18288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Selects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95928" y="18288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24728" y="18288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Verified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53528" y="18288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2121408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2121408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121408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121408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256032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06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Auto-weighted scoring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calculation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4114800"/>
            <a:ext cx="256032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206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timestamped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geo-verified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4114800"/>
            <a:ext cx="256032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206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corrective 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fails auto-assigned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Attendance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GPS-verified presence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clock in/out - verified against store geofence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 presence dashboard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 &amp; early exit detection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attendance log with timestamps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Present / Late / Absent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20040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0" y="118872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Screen]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38404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View]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097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50876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 weekly/monthly rosters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Assign shifts: date, time, role, zone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Draft to Publish workflow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Morning / Evening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3474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8862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 Shifts view (upcoming + past)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Instant visibility on roster publish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hours display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operational modules in one tab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Merchandising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 compliance &amp; VM tasks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46304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rollout tracking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146304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signage compliance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 &amp; certification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301752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condition checks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01752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surveys &amp; feedback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Store Ops - Tab View]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920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% by store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097280"/>
            <a:ext cx="19202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097280"/>
            <a:ext cx="1920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stores side by side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097280"/>
            <a:ext cx="19202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standard adherence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Analytics Dashboard]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brand oversight from a browser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5603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granular permissions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603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1488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geofence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hierarchy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status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603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Builder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templates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categories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manage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5029200"/>
            <a:ext cx="6400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371600" y="50292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Admin Portal - Dashboard]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Role-Based Access Control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530352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914400"/>
                <a:gridCol w="914400"/>
                <a:gridCol w="914400"/>
                <a:gridCol w="914400"/>
              </a:tblGrid>
              <a:tr h="7576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 vs established players - including AI-powered platforms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128016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audit &amp; task mgmt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$25-40/user/mo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GoSpotCheck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execution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 Movista)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$30-50/user/mo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Reflexis/Zebra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workforce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$20-35/user/mo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2011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Tulip Retail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 auditing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$40-60/user/mo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017520"/>
            <a:ext cx="22860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StoreForce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4015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workforce mgmt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focus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$15-25/user/mo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017520"/>
            <a:ext cx="2286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06324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044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Wooqer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401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3611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frontline 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Audits, tasks, AI planogram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enterprise clients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$20-40/user/mo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3017520"/>
            <a:ext cx="22860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Axonify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34015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training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module only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4206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$10-20/user/mo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4937760"/>
            <a:ext cx="87782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3776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  |  Self-Hosted  |  No Per-User Fees  |  7 Integrated Modules  |  GPS-First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8869680" cy="576072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05840"/>
                <a:gridCol w="1097280"/>
                <a:gridCol w="1097280"/>
                <a:gridCol w="109728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Wooqer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GoSpotCheck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Tulip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GPS-Verified Auditing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Evidence in Audits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Clock In/Out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Roster/Shift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Asset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+ Web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Action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Permissions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Per-User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37160" y="653796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Wooqer pricing is custom/enterprise. AI features include SensEye planogram AI, Lens SOP assistant, and Wally co-pilot.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Benefit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 ·  3-year total cost of ownership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651760" cy="43891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6517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Competitor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$25/user/month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= $1,250/mo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$15,000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$15,000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$45,000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743200" cy="475488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9728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6459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$3,600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27432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only ~$300/mo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 ever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$3,600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$3,600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$10,800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280160"/>
            <a:ext cx="2560320" cy="43891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280160"/>
            <a:ext cx="25603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Savings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$34,200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6364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savings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73368" y="2788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saved: $11,400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saved: $11,400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saved: $11,400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114800"/>
            <a:ext cx="21031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ROI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" y="61722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Wooqer: custom enterprise pricing, est. $20-40/user/month. 50 users approx $12,000-$24,000/year - still 3-7x more than StorePrint infrastructure costs.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Savings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$25-50/user/month licensing.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50 users over 3 years: save $34,200+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9319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783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auditing cuts admin time ~60%.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Auto-scoring eliminates manual calculation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39319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drives store compliance.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corrected same-day, not next week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566160"/>
            <a:ext cx="39319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4251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replaces 6+ separate tools.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for all store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containerised - deploy anywhere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role permissions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 per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your servers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performance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402336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02336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file storage (S3-compatible)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02336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 for fast search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246120"/>
            <a:ext cx="402336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 push notifications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02336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4343400"/>
            <a:ext cx="402336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 Compose setup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5176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Manager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all stores from one screen. Reviews audit scores, tracks attendance across locations, manages rosters.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4114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rosters, conducts audits, views live presence. Manages day-to-day store operations.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/ Auditor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22860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in with GPS, fills audits on phone, views their roster. Simple focused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iOS, Android, and Web Browser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9319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361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Expo/React Native - one codebase, three platforms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5361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Tabs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modules shown clearly per user role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39319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163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GPS-Native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location, all device features built-in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39319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8163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- works in any browser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39319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65760" y="384048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- Home Tab]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39319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0" y="384048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- Audit Form]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Onboarding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76809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" y="207568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434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18288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Deploy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32004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config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3220" y="207568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322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stores &amp;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audit templates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72100" y="207568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210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audit 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calibration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40980" y="207568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098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1234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28346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live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51760" cy="4572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(Live)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Brand Hub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GPS Auditing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Field Attendance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Roster Management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Store Operations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Analytics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 Portal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(Q3 2026)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Push notifications on publish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Cloud photo upload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 trend charts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Shift swap approvals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Offline mode (basic)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(Q4 2026+)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182880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compliance insights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Multi-brand support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WhatsApp bot integration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planogram checking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Predictive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StorePrint?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914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replacing 6+ separate tools. One login, complete visibility.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7452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Cost Reduction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infrastructure only. No per-user licensing fees ever.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8346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GPS-First Design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clock-in, audit start, and submission geo-verified at the store.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on your servers. No third-party cloud. Full compliance control.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7548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 scales from 10 to 10,000 users with no cost increase.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StorePrint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Store Control.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Technical Documentation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Pilot Deployment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brands that demand excellence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2026-06-16T05:23:47Z</dcterms:created>
  <dcterms:modified xsi:type="dcterms:W3CDTF">2026-06-16T05:23:47Z</dcterms:modified>
</cp:coreProperties>
</file>